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Google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oogleSans-regular.fntdata"/><Relationship Id="rId14" Type="http://schemas.openxmlformats.org/officeDocument/2006/relationships/slide" Target="slides/slide8.xml"/><Relationship Id="rId17" Type="http://schemas.openxmlformats.org/officeDocument/2006/relationships/font" Target="fonts/GoogleSans-italic.fntdata"/><Relationship Id="rId16" Type="http://schemas.openxmlformats.org/officeDocument/2006/relationships/font" Target="fonts/Google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d07014906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ad07014906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07014906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ad07014906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07014906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ad07014906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07014906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ad07014906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d07014906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ad07014906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ad07014906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07014906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ad07014906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d07014906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ad07014906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project (Make a copy of the template)</a:t>
            </a:r>
            <a:endParaRPr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project/ppt.</a:t>
            </a:r>
            <a:endParaRPr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prototype of the same idea, if required.</a:t>
            </a:r>
            <a:endParaRPr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1" i="1"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Solutions must include at least one Google technology.</a:t>
            </a:r>
            <a:endParaRPr b="1" i="1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/>
        </p:nvSpPr>
        <p:spPr>
          <a:xfrm>
            <a:off x="162600" y="3195125"/>
            <a:ext cx="87600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Open Innovation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6" title="Techsprint ban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85198" cy="302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 and problem st</a:t>
            </a:r>
            <a:r>
              <a:rPr b="1"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atement addressing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3" name="Google Shape;113;p27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9" name="Google Shape;119;p28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5" name="Google Shape;125;p29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30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42" name="Google Shape;142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3" name="Google Shape;143;p32" title="tq slide techspri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2"/>
          <p:cNvSpPr txBox="1"/>
          <p:nvPr/>
        </p:nvSpPr>
        <p:spPr>
          <a:xfrm>
            <a:off x="343275" y="3962950"/>
            <a:ext cx="3712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b="1"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