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Prata"/>
      <p:regular r:id="rId20"/>
    </p:embeddedFont>
    <p:embeddedFont>
      <p:font typeface="Arimo"/>
      <p:bold r:id="rId21"/>
      <p:boldItalic r:id="rId22"/>
    </p:embeddedFont>
    <p:embeddedFont>
      <p:font typeface="Google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ata-regular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bold.fntdata"/><Relationship Id="rId24" Type="http://schemas.openxmlformats.org/officeDocument/2006/relationships/font" Target="fonts/GoogleSans-bold.fntdata"/><Relationship Id="rId23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-boldItalic.fntdata"/><Relationship Id="rId25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1" name="Google Shape;91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47031ffe8_6_86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47031ffe8_6_8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47031ffe8_6_8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" name="Google Shape;10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7" name="Google Shape;107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" name="Google Shape;115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6" name="Google Shape;116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5" name="Google Shape;12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" name="Google Shape;14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3" name="Google Shape;14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1" name="Google Shape;151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1" name="Google Shape;161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9" name="Google Shape;16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0" name="Google Shape;17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9" name="Google Shape;179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6" name="Google Shape;196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7" name="Google Shape;197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0" name="Google Shape;200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493425" y="498995"/>
            <a:ext cx="4146129" cy="505461"/>
            <a:chOff x="0" y="-47625"/>
            <a:chExt cx="5528172" cy="673948"/>
          </a:xfrm>
        </p:grpSpPr>
        <p:sp>
          <p:nvSpPr>
            <p:cNvPr id="19" name="Google Shape;19;p2"/>
            <p:cNvSpPr/>
            <p:nvPr/>
          </p:nvSpPr>
          <p:spPr>
            <a:xfrm>
              <a:off x="0" y="0"/>
              <a:ext cx="1011491" cy="602808"/>
            </a:xfrm>
            <a:custGeom>
              <a:rect b="b" l="l" r="r" t="t"/>
              <a:pathLst>
                <a:path extrusionOk="0" h="602808" w="1011491">
                  <a:moveTo>
                    <a:pt x="0" y="0"/>
                  </a:moveTo>
                  <a:lnTo>
                    <a:pt x="1011491" y="0"/>
                  </a:lnTo>
                  <a:lnTo>
                    <a:pt x="1011491" y="602808"/>
                  </a:lnTo>
                  <a:lnTo>
                    <a:pt x="0" y="60280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b="-322922" l="-23317" r="-71956" t="-31354"/>
              </a:stretch>
            </a:blipFill>
            <a:ln>
              <a:noFill/>
            </a:ln>
          </p:spPr>
        </p:sp>
        <p:sp>
          <p:nvSpPr>
            <p:cNvPr id="20" name="Google Shape;20;p2"/>
            <p:cNvSpPr txBox="1"/>
            <p:nvPr/>
          </p:nvSpPr>
          <p:spPr>
            <a:xfrm>
              <a:off x="1144572" y="-47625"/>
              <a:ext cx="43836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12">
                  <a:solidFill>
                    <a:srgbClr val="2B2929"/>
                  </a:solidFill>
                  <a:latin typeface="Arimo"/>
                  <a:ea typeface="Arimo"/>
                  <a:cs typeface="Arimo"/>
                  <a:sym typeface="Arimo"/>
                </a:rPr>
                <a:t>Google</a:t>
              </a:r>
              <a:r>
                <a:rPr b="1" i="0" lang="en-US" sz="2012" u="none" cap="none" strike="noStrike">
                  <a:solidFill>
                    <a:srgbClr val="2B2929"/>
                  </a:solidFill>
                  <a:latin typeface="Arimo"/>
                  <a:ea typeface="Arimo"/>
                  <a:cs typeface="Arimo"/>
                  <a:sym typeface="Arimo"/>
                </a:rPr>
                <a:t> Developers Group</a:t>
              </a:r>
              <a:endParaRPr/>
            </a:p>
          </p:txBody>
        </p:sp>
        <p:sp>
          <p:nvSpPr>
            <p:cNvPr id="21" name="Google Shape;21;p2"/>
            <p:cNvSpPr txBox="1"/>
            <p:nvPr/>
          </p:nvSpPr>
          <p:spPr>
            <a:xfrm>
              <a:off x="1144572" y="370723"/>
              <a:ext cx="4383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46" u="none" cap="none" strike="noStrike">
                  <a:solidFill>
                    <a:srgbClr val="2B2929"/>
                  </a:solidFill>
                  <a:latin typeface="Arimo"/>
                  <a:ea typeface="Arimo"/>
                  <a:cs typeface="Arimo"/>
                  <a:sym typeface="Arimo"/>
                </a:rPr>
                <a:t>PES’s Modern College of Engineering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328475" y="107069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124200" y="4296875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54475"/>
            <a:ext cx="18288000" cy="62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8" title="Screenshot 2026-01-05 at 11.32.23 PM.png"/>
          <p:cNvPicPr preferRelativeResize="0"/>
          <p:nvPr/>
        </p:nvPicPr>
        <p:blipFill rotWithShape="1">
          <a:blip r:embed="rId3">
            <a:alphaModFix/>
          </a:blip>
          <a:srcRect b="0" l="0" r="1922" t="0"/>
          <a:stretch/>
        </p:blipFill>
        <p:spPr>
          <a:xfrm>
            <a:off x="2674600" y="-167650"/>
            <a:ext cx="12219523" cy="620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ogle Sans"/>
              <a:buNone/>
              <a:defRPr i="0" sz="4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ogle Sans"/>
              <a:buChar char="•"/>
              <a:defRPr i="0" sz="32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Char char="–"/>
              <a:defRPr i="0" sz="2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ogle Sans"/>
              <a:buChar char="•"/>
              <a:defRPr i="0" sz="2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–"/>
              <a:defRPr i="0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»"/>
              <a:defRPr i="0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  <a:defRPr i="0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  <a:defRPr i="0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  <a:defRPr i="0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  <a:defRPr i="0" sz="2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200" u="none" cap="none" strike="noStrike">
                <a:solidFill>
                  <a:srgbClr val="88888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200" u="none" cap="none" strike="noStrike">
                <a:solidFill>
                  <a:srgbClr val="88888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 i="0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/>
        </p:nvSpPr>
        <p:spPr>
          <a:xfrm>
            <a:off x="964673" y="1815379"/>
            <a:ext cx="17703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311221" y="3494923"/>
            <a:ext cx="15665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95300" lvl="1" marL="990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Google Sans"/>
              <a:buChar char="•"/>
            </a:pPr>
            <a:r>
              <a:rPr i="0" lang="en-US" sz="30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refer the given template for submitting your project (you can make a copy of the template)</a:t>
            </a:r>
            <a:endParaRPr sz="30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495300" lvl="1" marL="990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Google Sans"/>
              <a:buChar char="•"/>
            </a:pPr>
            <a:r>
              <a:rPr i="0" lang="en-US" sz="30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495300" lvl="1" marL="990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Google Sans"/>
              <a:buChar char="•"/>
            </a:pPr>
            <a:r>
              <a:rPr i="0" lang="en-US" sz="30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495300" lvl="1" marL="990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Google Sans"/>
              <a:buChar char="•"/>
            </a:pPr>
            <a:r>
              <a:rPr i="0" lang="en-US" sz="30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prototype of the same idea, if required.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495300" lvl="1" marL="990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Google Sans"/>
              <a:buChar char="•"/>
            </a:pPr>
            <a:r>
              <a:rPr b="1" i="1" lang="en-US" sz="30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Solutions must include at least one Google technology.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0" y="6487300"/>
            <a:ext cx="182880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b="1" lang="en-US" sz="3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eam Details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33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670559" lvl="2" marL="2011679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AutoNum type="alphaLcPeriod"/>
            </a:pPr>
            <a:r>
              <a:rPr b="1" lang="en-US" sz="3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670559" lvl="2" marL="2011679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AutoNum type="alphaLcPeriod"/>
            </a:pPr>
            <a:r>
              <a:rPr b="1" lang="en-US" sz="3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670559" lvl="2" marL="2011679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AutoNum type="alphaLcPeriod"/>
            </a:pPr>
            <a:r>
              <a:rPr b="1" lang="en-US" sz="36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Open Innovation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 and problem statement addressing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457924" y="1263180"/>
            <a:ext cx="17385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-670559" lvl="2" marL="2011679" marR="0" rtl="0" algn="l">
              <a:lnSpc>
                <a:spcPct val="13797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AutoNum type="alphaLcPeriod"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-670559" lvl="2" marL="2011679" marR="0" rtl="0" algn="l">
              <a:lnSpc>
                <a:spcPct val="13797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AutoNum type="alphaLcPeriod"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Google Technologies used in the solution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>
            <a:off x="493425" y="1295936"/>
            <a:ext cx="177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/>
        </p:nvSpPr>
        <p:spPr>
          <a:xfrm>
            <a:off x="493425" y="1295936"/>
            <a:ext cx="17703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88620" lvl="1" marL="77724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Char char="•"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-388620" lvl="1" marL="77724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Char char="•"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-388620" lvl="1" marL="77724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Google Sans"/>
              <a:buChar char="•"/>
            </a:pPr>
            <a:r>
              <a:rPr b="1" i="0" lang="en-US" sz="36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EEF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4767600" y="6528875"/>
            <a:ext cx="8752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rPr>
              <a:t>Thank you!</a:t>
            </a:r>
            <a:endParaRPr sz="9600">
              <a:solidFill>
                <a:schemeClr val="dk1"/>
              </a:solidFill>
              <a:latin typeface="Prata"/>
              <a:ea typeface="Prata"/>
              <a:cs typeface="Prata"/>
              <a:sym typeface="Prat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